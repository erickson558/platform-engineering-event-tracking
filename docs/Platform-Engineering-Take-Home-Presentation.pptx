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Platform Engineering Take-Home Challenge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User Events Tracking System</a:t>
            </a:r>
          </a:p>
          <a:p>
            <a:r>
              <a:t>Solution Walkthrough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Build platform infrastructure to ingest user events from Web and Mobile clients.</a:t>
            </a:r>
          </a:p>
          <a:p>
            <a:pPr>
              <a:defRPr sz="2400"/>
            </a:pPr>
            <a:r>
              <a:t>Persist every accepted event durably.</a:t>
            </a:r>
          </a:p>
          <a:p>
            <a:pPr>
              <a:defRPr sz="2400"/>
            </a:pPr>
            <a:r>
              <a:t>Keep data queryable/exportable for downstream Data Engineering and Data Science teams.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Requirements and Assumptions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Scale target: 1,000,000 events/day at ~1.5 KB each (~45 GB/month raw).</a:t>
            </a:r>
          </a:p>
          <a:p>
            <a:pPr>
              <a:defRPr sz="2400"/>
            </a:pPr>
            <a:r>
              <a:t>AWS + Infrastructure as Code (Terraform) + CI/CD in GitHub Actions.</a:t>
            </a:r>
          </a:p>
          <a:p>
            <a:pPr>
              <a:defRPr sz="2400"/>
            </a:pPr>
            <a:r>
              <a:t>High availability, scalability, security, and cost awareness are first-class requirements.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High-Level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Web/Mobile -&gt; API Gateway HTTP API -&gt; Lambda ingestion handler.</a:t>
            </a:r>
          </a:p>
          <a:p>
            <a:pPr>
              <a:defRPr sz="2400"/>
            </a:pPr>
            <a:r>
              <a:t>Lambda validates and batches events to Kinesis Data Firehose.</a:t>
            </a:r>
          </a:p>
          <a:p>
            <a:pPr>
              <a:defRPr sz="2400"/>
            </a:pPr>
            <a:r>
              <a:t>Firehose delivers compressed JSON to S3; Glue/Athena enable analytics queries.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Ingestion Path: Design and Tradeoffs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Endpoint: POST /events with x-api-key authentication.</a:t>
            </a:r>
          </a:p>
          <a:p>
            <a:pPr>
              <a:defRPr sz="2400"/>
            </a:pPr>
            <a:r>
              <a:t>Lambda performs schema-required field validation and normalization.</a:t>
            </a:r>
          </a:p>
          <a:p>
            <a:pPr>
              <a:defRPr sz="2400"/>
            </a:pPr>
            <a:r>
              <a:t>Tradeoff: shared secret auth is simple/fast, but weaker than JWT/mTLS for multi-tenant use.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Persistence Path: Design and Tradeoffs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Firehose buffers and compresses payloads (GZIP) before writing to S3.</a:t>
            </a:r>
          </a:p>
          <a:p>
            <a:pPr>
              <a:defRPr sz="2400"/>
            </a:pPr>
            <a:r>
              <a:t>S3 keys partitioned by date support manageable downstream scanning.</a:t>
            </a:r>
          </a:p>
          <a:p>
            <a:pPr>
              <a:defRPr sz="2400"/>
            </a:pPr>
            <a:r>
              <a:t>Tradeoff: near-real-time (buffer delay) instead of real-time stream consumption.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Non-Functional Requirements Coverage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HA: managed multi-AZ services (API Gateway, Lambda, Firehose, S3).</a:t>
            </a:r>
          </a:p>
          <a:p>
            <a:pPr>
              <a:defRPr sz="2400"/>
            </a:pPr>
            <a:r>
              <a:t>Scalability: service-native autoscaling and batch ingestion.</a:t>
            </a:r>
          </a:p>
          <a:p>
            <a:pPr>
              <a:defRPr sz="2400"/>
            </a:pPr>
            <a:r>
              <a:t>Security: TLS in transit, encrypted storage at rest, IAM least privilege.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Cost Estimate (Required)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30M API requests/month and serverless execution profile keep fixed costs low.</a:t>
            </a:r>
          </a:p>
          <a:p>
            <a:pPr>
              <a:defRPr sz="2400"/>
            </a:pPr>
            <a:r>
              <a:t>Storage baseline around ~45 GB/month raw, plus compressed object overhead and Athena outputs.</a:t>
            </a:r>
          </a:p>
          <a:p>
            <a:pPr>
              <a:defRPr sz="2400"/>
            </a:pPr>
            <a:r>
              <a:t>Estimated baseline: roughly $40-$120/month before heavy Athena query spend.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What Improves at 10x Scale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Move storage format from JSON to Parquet for better query economics.</a:t>
            </a:r>
          </a:p>
          <a:p>
            <a:pPr>
              <a:defRPr sz="2400"/>
            </a:pPr>
            <a:r>
              <a:t>Introduce schema registry + compatibility rules for producer/consumer safety.</a:t>
            </a:r>
          </a:p>
          <a:p>
            <a:pPr>
              <a:defRPr sz="2400"/>
            </a:pPr>
            <a:r>
              <a:t>Upgrade auth model to per-client identity (JWT/OIDC or signed requests).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 Operational 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CloudWatch logging for API, Lambda, and Firehose with actionable dashboards.</a:t>
            </a:r>
          </a:p>
          <a:p>
            <a:pPr>
              <a:defRPr sz="2400"/>
            </a:pPr>
            <a:r>
              <a:t>Alerts: ingestion errors, throttling, and failed Firehose puts.</a:t>
            </a:r>
          </a:p>
          <a:p>
            <a:pPr>
              <a:defRPr sz="2400"/>
            </a:pPr>
            <a:r>
              <a:t>Failure modes: client auth failures, malformed payloads, transient downstream errors.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10. Open Questions / 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Do we need sub-minute latency or is buffered ingestion acceptable?</a:t>
            </a:r>
          </a:p>
          <a:p>
            <a:pPr>
              <a:defRPr sz="2400"/>
            </a:pPr>
            <a:r>
              <a:t>What retention and governance policies vary by event type?</a:t>
            </a:r>
          </a:p>
          <a:p>
            <a:pPr>
              <a:defRPr sz="2400"/>
            </a:pPr>
            <a:r>
              <a:t>What RTO/RPO targets justify multi-region DR investment?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